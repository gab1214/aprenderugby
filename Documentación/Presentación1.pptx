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146AD-5139-17EA-9FD4-D353C859F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B8478D-0C7F-4B0E-9516-1A127DDDF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36D611-9751-45D5-5391-19DF50FF3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CAD91-03CD-4536-894F-9C598443F94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D818D2-F8C9-031A-7A72-33A9DFE07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FEF5F3-0C45-2B14-44B9-196A8A71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15-7811-47B6-AFF2-06DB7B61B3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6120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B09B8-2BE5-4A42-20F5-2B418A82B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46EB78-9FBF-EE05-1C0D-67195A6F4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4014AF-C660-1157-534E-87E06ACCD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CAD91-03CD-4536-894F-9C598443F94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92724-6D30-2865-E9A3-76A0DA67B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1AE39F-B813-70D4-8AD5-3EE03FDB2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15-7811-47B6-AFF2-06DB7B61B3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7614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A21C56-A37B-EF66-A5DC-AF396A09F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C81046-0316-213F-239B-1FF5C9B39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1D6ECF-BEC6-BE61-E8F6-BB77E17F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CAD91-03CD-4536-894F-9C598443F94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C1B270-2302-D37E-5B9C-E493F86F5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47C3FF-9F0A-7503-D3C0-AB4D1B5D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15-7811-47B6-AFF2-06DB7B61B3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1200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F1C09-FA03-FD5C-BF43-4C6D3CD3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DD7922-3CB1-195C-0B75-7756B3AA7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C0FE74-7D92-05E5-155D-C842698EE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7FDD51-C234-F5A2-EB1A-CA4B3CB47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CAD91-03CD-4536-894F-9C598443F94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1E9184-0F03-A27B-01B7-7AA9720F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888EC7-A4C4-C3AE-5312-0759A835A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15-7811-47B6-AFF2-06DB7B61B3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6844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683F8-1CD5-26EF-4F4F-AF9B0BC18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2605F7-B5CB-D66C-30F8-64CB3B958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CC9D31-2C0A-75A1-87D5-B09FE1078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A59C9A8-6547-2729-F192-3D85928DFB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1AF4AD-BD56-F82E-CDB9-3ACBD535A4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D3A8999-585D-5FF3-08FD-5FDE42ACA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CAD91-03CD-4536-894F-9C598443F94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ED1456-3A7C-DBB9-84AD-D85EC484C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B491FF8-913E-56C6-2A70-4FDD3BEBE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15-7811-47B6-AFF2-06DB7B61B3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748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C06BE-3D46-B464-9143-08F6E8672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69AF33-660D-3B40-D8EA-4D42AFDF1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CAD91-03CD-4536-894F-9C598443F94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50C2898-98AB-B709-4484-F20C6141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B0E197B-FBBE-7148-E366-76DDB16BE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15-7811-47B6-AFF2-06DB7B61B3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4124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2C12CC3-F0E9-280A-0026-AF97E127B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CAD91-03CD-4536-894F-9C598443F94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5EBC75-8874-4B95-FC9E-347C6FBB2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4BBD69-C309-F818-434F-1606CBA3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15-7811-47B6-AFF2-06DB7B61B3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278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AF432-4A4C-10C1-19B5-4F6BBB8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B5B7E0-5A14-1FC8-10C3-57AE72E20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13AD7D-369A-9B6A-39E5-FD60C6D6C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D5FB5-4E11-5FCF-36DF-00935670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CAD91-03CD-4536-894F-9C598443F94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447F5DA-C864-CE53-7E33-04045EA64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F27070-F59B-F9B5-3E93-9E97FDC7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15-7811-47B6-AFF2-06DB7B61B3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382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6B929-9267-8DE7-A572-C7EDE6B42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5925124-55CB-850C-3013-7B83A7E2B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28A97D-B327-734E-F7C0-FEE64F137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B0A855-E35A-40F6-BCCD-D1B953B5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CAD91-03CD-4536-894F-9C598443F94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D806B8-E645-FE29-C6D4-E7BBCEA09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1B1313-2E49-BCAB-0BBA-DB9E0E605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15-7811-47B6-AFF2-06DB7B61B3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5303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73DF0-278B-157C-E063-A7A8AA9F5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B602848-AD1C-1F20-46DF-37D128B0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B6855F-375A-7131-6757-4D0DCD008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CAD91-03CD-4536-894F-9C598443F94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547815-47D0-9EF5-568E-555D2A373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DD08DC-7462-1F5C-B604-DC5D90E20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15-7811-47B6-AFF2-06DB7B61B3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242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E5F64F-7457-E355-952D-82E54554D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9F30AF9-305D-FB81-47C9-17240959E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E9E7DA-DA0A-E184-C014-8738BF7BE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CAD91-03CD-4536-894F-9C598443F94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883258-FAA1-8FA9-B8AE-8C1AFB4C5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B2573F-E1F1-8FD5-5082-FA741510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15-7811-47B6-AFF2-06DB7B61B3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9726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7D2C75-033B-986B-76F7-FA3B13B64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EF3CC7-8D1D-8391-D8A7-B41A157EF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FE3E6E-9369-D95E-F457-3913EEE4D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CAD91-03CD-4536-894F-9C598443F94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6352A1-F481-735F-57C2-5BA3A4E34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F6EEF6-20B4-43E7-1EB4-1AC2F804C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4AF15-7811-47B6-AFF2-06DB7B61B3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224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290F63-56D7-2D7D-55D7-F8A9DDB6F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35" y="0"/>
            <a:ext cx="111361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892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203C-72A4-4135-6788-0FD0871B7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750E299-CB36-3660-97B4-455870032D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69979"/>
            <a:ext cx="10515600" cy="406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535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F299F-DE10-F22E-FDD1-A24019E9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212CD06-3678-85B6-2119-DC63EF826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05" y="914400"/>
            <a:ext cx="9335956" cy="523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287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B8CD5-EDAE-B99E-0AA9-7C1B6F95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7BCDCE1-A602-29CD-9946-744EF1EAA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765" y="191975"/>
            <a:ext cx="4643099" cy="598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87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0457F-AE26-D7A6-6D3A-A676F6138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295B7CF-C97B-584E-810B-3FE9B3808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515600" cy="364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2E6AD-A6B7-37D3-DDDD-A769F9726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9AC1FAE-3C31-D464-3A21-36A0BFB8C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636" y="464515"/>
            <a:ext cx="7290363" cy="586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32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92876-3752-7160-9F3E-62B8B710A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E94F2E-3526-F227-4EE7-154C112AA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2055D36-39F7-B681-CF87-9149EEDCE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58" y="161467"/>
            <a:ext cx="10688542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840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olguin</dc:creator>
  <cp:lastModifiedBy>gabriel olguin</cp:lastModifiedBy>
  <cp:revision>1</cp:revision>
  <dcterms:created xsi:type="dcterms:W3CDTF">2026-04-21T23:51:06Z</dcterms:created>
  <dcterms:modified xsi:type="dcterms:W3CDTF">2026-04-21T23:51:12Z</dcterms:modified>
</cp:coreProperties>
</file>